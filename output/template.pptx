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1283" r:id="rId2"/>
  </p:sldIdLst>
  <p:sldSz cx="12192000" cy="6858000"/>
  <p:notesSz cx="6735763" cy="98663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B4BCAEC-81B6-48C7-9978-E3C05A2297FA}">
          <p14:sldIdLst>
            <p14:sldId id="1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13">
          <p15:clr>
            <a:srgbClr val="A4A3A4"/>
          </p15:clr>
        </p15:guide>
        <p15:guide id="2" pos="386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7" roundtripDataSignature="AMtx7miIoQhiyjtgmQl3W9yhKLoZbu2e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6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19" autoAdjust="0"/>
    <p:restoredTop sz="95768" autoAdjust="0"/>
  </p:normalViewPr>
  <p:slideViewPr>
    <p:cSldViewPr snapToGrid="0">
      <p:cViewPr varScale="1">
        <p:scale>
          <a:sx n="97" d="100"/>
          <a:sy n="97" d="100"/>
        </p:scale>
        <p:origin x="252" y="42"/>
      </p:cViewPr>
      <p:guideLst>
        <p:guide orient="horz" pos="913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0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59" Type="http://schemas.openxmlformats.org/officeDocument/2006/relationships/viewProps" Target="viewProps.xml"/><Relationship Id="rId262" Type="http://schemas.microsoft.com/office/2016/11/relationships/changesInfo" Target="changesInfos/changesInfo1.xml"/><Relationship Id="rId258" Type="http://schemas.openxmlformats.org/officeDocument/2006/relationships/presProps" Target="presProps.xml"/><Relationship Id="rId261" Type="http://schemas.openxmlformats.org/officeDocument/2006/relationships/tableStyles" Target="tableStyles.xml"/><Relationship Id="rId257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浩晃 原" userId="ed6518c6b5c05abe" providerId="LiveId" clId="{17182C69-E40D-4CB8-B06F-C524774B5EE0}"/>
    <pc:docChg chg="delSld modSection">
      <pc:chgData name="浩晃 原" userId="ed6518c6b5c05abe" providerId="LiveId" clId="{17182C69-E40D-4CB8-B06F-C524774B5EE0}" dt="2026-03-12T06:34:24.210" v="88" actId="47"/>
      <pc:docMkLst>
        <pc:docMk/>
      </pc:docMkLst>
      <pc:sldChg chg="del">
        <pc:chgData name="浩晃 原" userId="ed6518c6b5c05abe" providerId="LiveId" clId="{17182C69-E40D-4CB8-B06F-C524774B5EE0}" dt="2026-03-12T06:34:23.253" v="87" actId="47"/>
        <pc:sldMkLst>
          <pc:docMk/>
          <pc:sldMk cId="0" sldId="256"/>
        </pc:sldMkLst>
      </pc:sldChg>
      <pc:sldChg chg="del">
        <pc:chgData name="浩晃 原" userId="ed6518c6b5c05abe" providerId="LiveId" clId="{17182C69-E40D-4CB8-B06F-C524774B5EE0}" dt="2026-03-12T06:34:16.125" v="32" actId="47"/>
        <pc:sldMkLst>
          <pc:docMk/>
          <pc:sldMk cId="3834227467" sldId="1119"/>
        </pc:sldMkLst>
      </pc:sldChg>
      <pc:sldChg chg="del">
        <pc:chgData name="浩晃 原" userId="ed6518c6b5c05abe" providerId="LiveId" clId="{17182C69-E40D-4CB8-B06F-C524774B5EE0}" dt="2026-03-12T06:34:15.433" v="20" actId="47"/>
        <pc:sldMkLst>
          <pc:docMk/>
          <pc:sldMk cId="398259748" sldId="1126"/>
        </pc:sldMkLst>
      </pc:sldChg>
      <pc:sldChg chg="del">
        <pc:chgData name="浩晃 原" userId="ed6518c6b5c05abe" providerId="LiveId" clId="{17182C69-E40D-4CB8-B06F-C524774B5EE0}" dt="2026-03-12T06:34:15.374" v="19" actId="47"/>
        <pc:sldMkLst>
          <pc:docMk/>
          <pc:sldMk cId="3461261182" sldId="1133"/>
        </pc:sldMkLst>
      </pc:sldChg>
      <pc:sldChg chg="del">
        <pc:chgData name="浩晃 原" userId="ed6518c6b5c05abe" providerId="LiveId" clId="{17182C69-E40D-4CB8-B06F-C524774B5EE0}" dt="2026-03-12T06:34:16.259" v="36" actId="47"/>
        <pc:sldMkLst>
          <pc:docMk/>
          <pc:sldMk cId="3234208008" sldId="1134"/>
        </pc:sldMkLst>
      </pc:sldChg>
      <pc:sldChg chg="del">
        <pc:chgData name="浩晃 原" userId="ed6518c6b5c05abe" providerId="LiveId" clId="{17182C69-E40D-4CB8-B06F-C524774B5EE0}" dt="2026-03-12T06:34:16.275" v="37" actId="47"/>
        <pc:sldMkLst>
          <pc:docMk/>
          <pc:sldMk cId="1235241624" sldId="1143"/>
        </pc:sldMkLst>
      </pc:sldChg>
      <pc:sldChg chg="del">
        <pc:chgData name="浩晃 原" userId="ed6518c6b5c05abe" providerId="LiveId" clId="{17182C69-E40D-4CB8-B06F-C524774B5EE0}" dt="2026-03-12T06:34:16.322" v="38" actId="47"/>
        <pc:sldMkLst>
          <pc:docMk/>
          <pc:sldMk cId="559320810" sldId="1144"/>
        </pc:sldMkLst>
      </pc:sldChg>
      <pc:sldChg chg="del">
        <pc:chgData name="浩晃 原" userId="ed6518c6b5c05abe" providerId="LiveId" clId="{17182C69-E40D-4CB8-B06F-C524774B5EE0}" dt="2026-03-12T06:34:15.955" v="28" actId="47"/>
        <pc:sldMkLst>
          <pc:docMk/>
          <pc:sldMk cId="1662544061" sldId="1150"/>
        </pc:sldMkLst>
      </pc:sldChg>
      <pc:sldChg chg="del">
        <pc:chgData name="浩晃 原" userId="ed6518c6b5c05abe" providerId="LiveId" clId="{17182C69-E40D-4CB8-B06F-C524774B5EE0}" dt="2026-03-12T06:34:16.227" v="35" actId="47"/>
        <pc:sldMkLst>
          <pc:docMk/>
          <pc:sldMk cId="977329221" sldId="1153"/>
        </pc:sldMkLst>
      </pc:sldChg>
      <pc:sldChg chg="del">
        <pc:chgData name="浩晃 原" userId="ed6518c6b5c05abe" providerId="LiveId" clId="{17182C69-E40D-4CB8-B06F-C524774B5EE0}" dt="2026-03-12T06:34:16.209" v="34" actId="47"/>
        <pc:sldMkLst>
          <pc:docMk/>
          <pc:sldMk cId="1895155064" sldId="1154"/>
        </pc:sldMkLst>
      </pc:sldChg>
      <pc:sldChg chg="del">
        <pc:chgData name="浩晃 原" userId="ed6518c6b5c05abe" providerId="LiveId" clId="{17182C69-E40D-4CB8-B06F-C524774B5EE0}" dt="2026-03-12T06:34:16.354" v="39" actId="47"/>
        <pc:sldMkLst>
          <pc:docMk/>
          <pc:sldMk cId="1015659572" sldId="1155"/>
        </pc:sldMkLst>
      </pc:sldChg>
      <pc:sldChg chg="del">
        <pc:chgData name="浩晃 原" userId="ed6518c6b5c05abe" providerId="LiveId" clId="{17182C69-E40D-4CB8-B06F-C524774B5EE0}" dt="2026-03-12T06:34:15.354" v="18" actId="47"/>
        <pc:sldMkLst>
          <pc:docMk/>
          <pc:sldMk cId="2172285137" sldId="1159"/>
        </pc:sldMkLst>
      </pc:sldChg>
      <pc:sldChg chg="del">
        <pc:chgData name="浩晃 原" userId="ed6518c6b5c05abe" providerId="LiveId" clId="{17182C69-E40D-4CB8-B06F-C524774B5EE0}" dt="2026-03-12T06:34:15.305" v="17" actId="47"/>
        <pc:sldMkLst>
          <pc:docMk/>
          <pc:sldMk cId="1562018319" sldId="1166"/>
        </pc:sldMkLst>
      </pc:sldChg>
      <pc:sldChg chg="del">
        <pc:chgData name="浩晃 原" userId="ed6518c6b5c05abe" providerId="LiveId" clId="{17182C69-E40D-4CB8-B06F-C524774B5EE0}" dt="2026-03-12T06:34:15.990" v="29" actId="47"/>
        <pc:sldMkLst>
          <pc:docMk/>
          <pc:sldMk cId="1991595192" sldId="1171"/>
        </pc:sldMkLst>
      </pc:sldChg>
      <pc:sldChg chg="del">
        <pc:chgData name="浩晃 原" userId="ed6518c6b5c05abe" providerId="LiveId" clId="{17182C69-E40D-4CB8-B06F-C524774B5EE0}" dt="2026-03-12T06:34:16.022" v="30" actId="47"/>
        <pc:sldMkLst>
          <pc:docMk/>
          <pc:sldMk cId="4145220116" sldId="1173"/>
        </pc:sldMkLst>
      </pc:sldChg>
      <pc:sldChg chg="del">
        <pc:chgData name="浩晃 原" userId="ed6518c6b5c05abe" providerId="LiveId" clId="{17182C69-E40D-4CB8-B06F-C524774B5EE0}" dt="2026-03-12T06:34:15.548" v="23" actId="47"/>
        <pc:sldMkLst>
          <pc:docMk/>
          <pc:sldMk cId="1681322021" sldId="1174"/>
        </pc:sldMkLst>
      </pc:sldChg>
      <pc:sldChg chg="del">
        <pc:chgData name="浩晃 原" userId="ed6518c6b5c05abe" providerId="LiveId" clId="{17182C69-E40D-4CB8-B06F-C524774B5EE0}" dt="2026-03-12T06:34:15.800" v="25" actId="47"/>
        <pc:sldMkLst>
          <pc:docMk/>
          <pc:sldMk cId="2300504142" sldId="1176"/>
        </pc:sldMkLst>
      </pc:sldChg>
      <pc:sldChg chg="del">
        <pc:chgData name="浩晃 原" userId="ed6518c6b5c05abe" providerId="LiveId" clId="{17182C69-E40D-4CB8-B06F-C524774B5EE0}" dt="2026-03-12T06:34:15.484" v="21" actId="47"/>
        <pc:sldMkLst>
          <pc:docMk/>
          <pc:sldMk cId="1321014606" sldId="1182"/>
        </pc:sldMkLst>
      </pc:sldChg>
      <pc:sldChg chg="del">
        <pc:chgData name="浩晃 原" userId="ed6518c6b5c05abe" providerId="LiveId" clId="{17182C69-E40D-4CB8-B06F-C524774B5EE0}" dt="2026-03-12T06:34:16.560" v="43" actId="47"/>
        <pc:sldMkLst>
          <pc:docMk/>
          <pc:sldMk cId="399193400" sldId="1183"/>
        </pc:sldMkLst>
      </pc:sldChg>
      <pc:sldChg chg="del">
        <pc:chgData name="浩晃 原" userId="ed6518c6b5c05abe" providerId="LiveId" clId="{17182C69-E40D-4CB8-B06F-C524774B5EE0}" dt="2026-03-12T06:34:16.148" v="33" actId="47"/>
        <pc:sldMkLst>
          <pc:docMk/>
          <pc:sldMk cId="2065074977" sldId="1184"/>
        </pc:sldMkLst>
      </pc:sldChg>
      <pc:sldChg chg="del">
        <pc:chgData name="浩晃 原" userId="ed6518c6b5c05abe" providerId="LiveId" clId="{17182C69-E40D-4CB8-B06F-C524774B5EE0}" dt="2026-03-12T06:34:15.832" v="26" actId="47"/>
        <pc:sldMkLst>
          <pc:docMk/>
          <pc:sldMk cId="3964503677" sldId="1185"/>
        </pc:sldMkLst>
      </pc:sldChg>
      <pc:sldChg chg="del">
        <pc:chgData name="浩晃 原" userId="ed6518c6b5c05abe" providerId="LiveId" clId="{17182C69-E40D-4CB8-B06F-C524774B5EE0}" dt="2026-03-12T06:34:16.059" v="31" actId="47"/>
        <pc:sldMkLst>
          <pc:docMk/>
          <pc:sldMk cId="2327842592" sldId="1186"/>
        </pc:sldMkLst>
      </pc:sldChg>
      <pc:sldChg chg="del">
        <pc:chgData name="浩晃 原" userId="ed6518c6b5c05abe" providerId="LiveId" clId="{17182C69-E40D-4CB8-B06F-C524774B5EE0}" dt="2026-03-12T06:34:15.768" v="24" actId="47"/>
        <pc:sldMkLst>
          <pc:docMk/>
          <pc:sldMk cId="1218861730" sldId="1187"/>
        </pc:sldMkLst>
      </pc:sldChg>
      <pc:sldChg chg="del">
        <pc:chgData name="浩晃 原" userId="ed6518c6b5c05abe" providerId="LiveId" clId="{17182C69-E40D-4CB8-B06F-C524774B5EE0}" dt="2026-03-12T06:34:15.523" v="22" actId="47"/>
        <pc:sldMkLst>
          <pc:docMk/>
          <pc:sldMk cId="1612402939" sldId="1188"/>
        </pc:sldMkLst>
      </pc:sldChg>
      <pc:sldChg chg="del">
        <pc:chgData name="浩晃 原" userId="ed6518c6b5c05abe" providerId="LiveId" clId="{17182C69-E40D-4CB8-B06F-C524774B5EE0}" dt="2026-03-12T06:34:16.703" v="47" actId="47"/>
        <pc:sldMkLst>
          <pc:docMk/>
          <pc:sldMk cId="2184616645" sldId="1189"/>
        </pc:sldMkLst>
      </pc:sldChg>
      <pc:sldChg chg="del">
        <pc:chgData name="浩晃 原" userId="ed6518c6b5c05abe" providerId="LiveId" clId="{17182C69-E40D-4CB8-B06F-C524774B5EE0}" dt="2026-03-12T06:34:16.587" v="44" actId="47"/>
        <pc:sldMkLst>
          <pc:docMk/>
          <pc:sldMk cId="1802430159" sldId="1190"/>
        </pc:sldMkLst>
      </pc:sldChg>
      <pc:sldChg chg="del">
        <pc:chgData name="浩晃 原" userId="ed6518c6b5c05abe" providerId="LiveId" clId="{17182C69-E40D-4CB8-B06F-C524774B5EE0}" dt="2026-03-12T06:34:16.402" v="40" actId="47"/>
        <pc:sldMkLst>
          <pc:docMk/>
          <pc:sldMk cId="1859942118" sldId="1191"/>
        </pc:sldMkLst>
      </pc:sldChg>
      <pc:sldChg chg="del">
        <pc:chgData name="浩晃 原" userId="ed6518c6b5c05abe" providerId="LiveId" clId="{17182C69-E40D-4CB8-B06F-C524774B5EE0}" dt="2026-03-12T06:34:16.612" v="45" actId="47"/>
        <pc:sldMkLst>
          <pc:docMk/>
          <pc:sldMk cId="2265826778" sldId="1193"/>
        </pc:sldMkLst>
      </pc:sldChg>
      <pc:sldChg chg="del">
        <pc:chgData name="浩晃 原" userId="ed6518c6b5c05abe" providerId="LiveId" clId="{17182C69-E40D-4CB8-B06F-C524774B5EE0}" dt="2026-03-12T06:34:17.060" v="54" actId="47"/>
        <pc:sldMkLst>
          <pc:docMk/>
          <pc:sldMk cId="107711306" sldId="1197"/>
        </pc:sldMkLst>
      </pc:sldChg>
      <pc:sldChg chg="del">
        <pc:chgData name="浩晃 原" userId="ed6518c6b5c05abe" providerId="LiveId" clId="{17182C69-E40D-4CB8-B06F-C524774B5EE0}" dt="2026-03-12T06:34:17.211" v="56" actId="47"/>
        <pc:sldMkLst>
          <pc:docMk/>
          <pc:sldMk cId="1289308955" sldId="1200"/>
        </pc:sldMkLst>
      </pc:sldChg>
      <pc:sldChg chg="del">
        <pc:chgData name="浩晃 原" userId="ed6518c6b5c05abe" providerId="LiveId" clId="{17182C69-E40D-4CB8-B06F-C524774B5EE0}" dt="2026-03-12T06:34:15.880" v="27" actId="47"/>
        <pc:sldMkLst>
          <pc:docMk/>
          <pc:sldMk cId="2705899923" sldId="1201"/>
        </pc:sldMkLst>
      </pc:sldChg>
      <pc:sldChg chg="del">
        <pc:chgData name="浩晃 原" userId="ed6518c6b5c05abe" providerId="LiveId" clId="{17182C69-E40D-4CB8-B06F-C524774B5EE0}" dt="2026-03-12T06:34:16.436" v="41" actId="47"/>
        <pc:sldMkLst>
          <pc:docMk/>
          <pc:sldMk cId="1800819234" sldId="1202"/>
        </pc:sldMkLst>
      </pc:sldChg>
      <pc:sldChg chg="del">
        <pc:chgData name="浩晃 原" userId="ed6518c6b5c05abe" providerId="LiveId" clId="{17182C69-E40D-4CB8-B06F-C524774B5EE0}" dt="2026-03-12T06:34:17.019" v="53" actId="47"/>
        <pc:sldMkLst>
          <pc:docMk/>
          <pc:sldMk cId="226985337" sldId="1205"/>
        </pc:sldMkLst>
      </pc:sldChg>
      <pc:sldChg chg="del">
        <pc:chgData name="浩晃 原" userId="ed6518c6b5c05abe" providerId="LiveId" clId="{17182C69-E40D-4CB8-B06F-C524774B5EE0}" dt="2026-03-12T06:34:16.520" v="42" actId="47"/>
        <pc:sldMkLst>
          <pc:docMk/>
          <pc:sldMk cId="1039733867" sldId="1206"/>
        </pc:sldMkLst>
      </pc:sldChg>
      <pc:sldChg chg="del">
        <pc:chgData name="浩晃 原" userId="ed6518c6b5c05abe" providerId="LiveId" clId="{17182C69-E40D-4CB8-B06F-C524774B5EE0}" dt="2026-03-12T06:34:16.863" v="51" actId="47"/>
        <pc:sldMkLst>
          <pc:docMk/>
          <pc:sldMk cId="16136372" sldId="1207"/>
        </pc:sldMkLst>
      </pc:sldChg>
      <pc:sldChg chg="del">
        <pc:chgData name="浩晃 原" userId="ed6518c6b5c05abe" providerId="LiveId" clId="{17182C69-E40D-4CB8-B06F-C524774B5EE0}" dt="2026-03-12T06:34:16.832" v="50" actId="47"/>
        <pc:sldMkLst>
          <pc:docMk/>
          <pc:sldMk cId="240546611" sldId="1208"/>
        </pc:sldMkLst>
      </pc:sldChg>
      <pc:sldChg chg="del">
        <pc:chgData name="浩晃 原" userId="ed6518c6b5c05abe" providerId="LiveId" clId="{17182C69-E40D-4CB8-B06F-C524774B5EE0}" dt="2026-03-12T06:34:16.928" v="52" actId="47"/>
        <pc:sldMkLst>
          <pc:docMk/>
          <pc:sldMk cId="1681296123" sldId="1209"/>
        </pc:sldMkLst>
      </pc:sldChg>
      <pc:sldChg chg="del">
        <pc:chgData name="浩晃 原" userId="ed6518c6b5c05abe" providerId="LiveId" clId="{17182C69-E40D-4CB8-B06F-C524774B5EE0}" dt="2026-03-12T06:34:17.238" v="57" actId="47"/>
        <pc:sldMkLst>
          <pc:docMk/>
          <pc:sldMk cId="233471781" sldId="1210"/>
        </pc:sldMkLst>
      </pc:sldChg>
      <pc:sldChg chg="del">
        <pc:chgData name="浩晃 原" userId="ed6518c6b5c05abe" providerId="LiveId" clId="{17182C69-E40D-4CB8-B06F-C524774B5EE0}" dt="2026-03-12T06:34:16.755" v="48" actId="47"/>
        <pc:sldMkLst>
          <pc:docMk/>
          <pc:sldMk cId="3477347347" sldId="1213"/>
        </pc:sldMkLst>
      </pc:sldChg>
      <pc:sldChg chg="del">
        <pc:chgData name="浩晃 原" userId="ed6518c6b5c05abe" providerId="LiveId" clId="{17182C69-E40D-4CB8-B06F-C524774B5EE0}" dt="2026-03-12T06:34:17.163" v="55" actId="47"/>
        <pc:sldMkLst>
          <pc:docMk/>
          <pc:sldMk cId="4169508440" sldId="1216"/>
        </pc:sldMkLst>
      </pc:sldChg>
      <pc:sldChg chg="del">
        <pc:chgData name="浩晃 原" userId="ed6518c6b5c05abe" providerId="LiveId" clId="{17182C69-E40D-4CB8-B06F-C524774B5EE0}" dt="2026-03-12T06:34:15.272" v="16" actId="47"/>
        <pc:sldMkLst>
          <pc:docMk/>
          <pc:sldMk cId="2752852761" sldId="1218"/>
        </pc:sldMkLst>
      </pc:sldChg>
      <pc:sldChg chg="del">
        <pc:chgData name="浩晃 原" userId="ed6518c6b5c05abe" providerId="LiveId" clId="{17182C69-E40D-4CB8-B06F-C524774B5EE0}" dt="2026-03-12T06:34:15.089" v="15" actId="47"/>
        <pc:sldMkLst>
          <pc:docMk/>
          <pc:sldMk cId="137136507" sldId="1220"/>
        </pc:sldMkLst>
      </pc:sldChg>
      <pc:sldChg chg="del">
        <pc:chgData name="浩晃 原" userId="ed6518c6b5c05abe" providerId="LiveId" clId="{17182C69-E40D-4CB8-B06F-C524774B5EE0}" dt="2026-03-12T06:34:14.108" v="0" actId="47"/>
        <pc:sldMkLst>
          <pc:docMk/>
          <pc:sldMk cId="3641414999" sldId="1221"/>
        </pc:sldMkLst>
      </pc:sldChg>
      <pc:sldChg chg="del">
        <pc:chgData name="浩晃 原" userId="ed6518c6b5c05abe" providerId="LiveId" clId="{17182C69-E40D-4CB8-B06F-C524774B5EE0}" dt="2026-03-12T06:34:18.339" v="62" actId="47"/>
        <pc:sldMkLst>
          <pc:docMk/>
          <pc:sldMk cId="4262046064" sldId="1222"/>
        </pc:sldMkLst>
      </pc:sldChg>
      <pc:sldChg chg="del">
        <pc:chgData name="浩晃 原" userId="ed6518c6b5c05abe" providerId="LiveId" clId="{17182C69-E40D-4CB8-B06F-C524774B5EE0}" dt="2026-03-12T06:34:18.428" v="64" actId="47"/>
        <pc:sldMkLst>
          <pc:docMk/>
          <pc:sldMk cId="1543772272" sldId="1223"/>
        </pc:sldMkLst>
      </pc:sldChg>
      <pc:sldChg chg="del">
        <pc:chgData name="浩晃 原" userId="ed6518c6b5c05abe" providerId="LiveId" clId="{17182C69-E40D-4CB8-B06F-C524774B5EE0}" dt="2026-03-12T06:34:16.798" v="49" actId="47"/>
        <pc:sldMkLst>
          <pc:docMk/>
          <pc:sldMk cId="3629034891" sldId="1226"/>
        </pc:sldMkLst>
      </pc:sldChg>
      <pc:sldChg chg="del">
        <pc:chgData name="浩晃 原" userId="ed6518c6b5c05abe" providerId="LiveId" clId="{17182C69-E40D-4CB8-B06F-C524774B5EE0}" dt="2026-03-12T06:34:14.590" v="1" actId="47"/>
        <pc:sldMkLst>
          <pc:docMk/>
          <pc:sldMk cId="2652887852" sldId="1227"/>
        </pc:sldMkLst>
      </pc:sldChg>
      <pc:sldChg chg="del">
        <pc:chgData name="浩晃 原" userId="ed6518c6b5c05abe" providerId="LiveId" clId="{17182C69-E40D-4CB8-B06F-C524774B5EE0}" dt="2026-03-12T06:34:14.652" v="2" actId="47"/>
        <pc:sldMkLst>
          <pc:docMk/>
          <pc:sldMk cId="1460925685" sldId="1228"/>
        </pc:sldMkLst>
      </pc:sldChg>
      <pc:sldChg chg="del">
        <pc:chgData name="浩晃 原" userId="ed6518c6b5c05abe" providerId="LiveId" clId="{17182C69-E40D-4CB8-B06F-C524774B5EE0}" dt="2026-03-12T06:34:14.687" v="3" actId="47"/>
        <pc:sldMkLst>
          <pc:docMk/>
          <pc:sldMk cId="1058734369" sldId="1229"/>
        </pc:sldMkLst>
      </pc:sldChg>
      <pc:sldChg chg="del">
        <pc:chgData name="浩晃 原" userId="ed6518c6b5c05abe" providerId="LiveId" clId="{17182C69-E40D-4CB8-B06F-C524774B5EE0}" dt="2026-03-12T06:34:14.751" v="4" actId="47"/>
        <pc:sldMkLst>
          <pc:docMk/>
          <pc:sldMk cId="4151110387" sldId="1230"/>
        </pc:sldMkLst>
      </pc:sldChg>
      <pc:sldChg chg="del">
        <pc:chgData name="浩晃 原" userId="ed6518c6b5c05abe" providerId="LiveId" clId="{17182C69-E40D-4CB8-B06F-C524774B5EE0}" dt="2026-03-12T06:34:20.641" v="83" actId="47"/>
        <pc:sldMkLst>
          <pc:docMk/>
          <pc:sldMk cId="3076671449" sldId="1231"/>
        </pc:sldMkLst>
      </pc:sldChg>
      <pc:sldChg chg="del">
        <pc:chgData name="浩晃 原" userId="ed6518c6b5c05abe" providerId="LiveId" clId="{17182C69-E40D-4CB8-B06F-C524774B5EE0}" dt="2026-03-12T06:34:19.965" v="81" actId="47"/>
        <pc:sldMkLst>
          <pc:docMk/>
          <pc:sldMk cId="228620747" sldId="1232"/>
        </pc:sldMkLst>
      </pc:sldChg>
      <pc:sldChg chg="del">
        <pc:chgData name="浩晃 原" userId="ed6518c6b5c05abe" providerId="LiveId" clId="{17182C69-E40D-4CB8-B06F-C524774B5EE0}" dt="2026-03-12T06:34:14.773" v="5" actId="47"/>
        <pc:sldMkLst>
          <pc:docMk/>
          <pc:sldMk cId="3343551373" sldId="1233"/>
        </pc:sldMkLst>
      </pc:sldChg>
      <pc:sldChg chg="del">
        <pc:chgData name="浩晃 原" userId="ed6518c6b5c05abe" providerId="LiveId" clId="{17182C69-E40D-4CB8-B06F-C524774B5EE0}" dt="2026-03-12T06:34:14.809" v="6" actId="47"/>
        <pc:sldMkLst>
          <pc:docMk/>
          <pc:sldMk cId="3851663740" sldId="1234"/>
        </pc:sldMkLst>
      </pc:sldChg>
      <pc:sldChg chg="del">
        <pc:chgData name="浩晃 原" userId="ed6518c6b5c05abe" providerId="LiveId" clId="{17182C69-E40D-4CB8-B06F-C524774B5EE0}" dt="2026-03-12T06:34:19.205" v="78" actId="47"/>
        <pc:sldMkLst>
          <pc:docMk/>
          <pc:sldMk cId="3624263831" sldId="1235"/>
        </pc:sldMkLst>
      </pc:sldChg>
      <pc:sldChg chg="del">
        <pc:chgData name="浩晃 原" userId="ed6518c6b5c05abe" providerId="LiveId" clId="{17182C69-E40D-4CB8-B06F-C524774B5EE0}" dt="2026-03-12T06:34:14.824" v="7" actId="47"/>
        <pc:sldMkLst>
          <pc:docMk/>
          <pc:sldMk cId="2642793531" sldId="1238"/>
        </pc:sldMkLst>
      </pc:sldChg>
      <pc:sldChg chg="del">
        <pc:chgData name="浩晃 原" userId="ed6518c6b5c05abe" providerId="LiveId" clId="{17182C69-E40D-4CB8-B06F-C524774B5EE0}" dt="2026-03-12T06:34:14.849" v="8" actId="47"/>
        <pc:sldMkLst>
          <pc:docMk/>
          <pc:sldMk cId="2102607944" sldId="1239"/>
        </pc:sldMkLst>
      </pc:sldChg>
      <pc:sldChg chg="del">
        <pc:chgData name="浩晃 原" userId="ed6518c6b5c05abe" providerId="LiveId" clId="{17182C69-E40D-4CB8-B06F-C524774B5EE0}" dt="2026-03-12T06:34:24.210" v="88" actId="47"/>
        <pc:sldMkLst>
          <pc:docMk/>
          <pc:sldMk cId="14642224" sldId="1240"/>
        </pc:sldMkLst>
      </pc:sldChg>
      <pc:sldChg chg="del">
        <pc:chgData name="浩晃 原" userId="ed6518c6b5c05abe" providerId="LiveId" clId="{17182C69-E40D-4CB8-B06F-C524774B5EE0}" dt="2026-03-12T06:34:16.663" v="46" actId="47"/>
        <pc:sldMkLst>
          <pc:docMk/>
          <pc:sldMk cId="617672338" sldId="1243"/>
        </pc:sldMkLst>
      </pc:sldChg>
      <pc:sldChg chg="del">
        <pc:chgData name="浩晃 原" userId="ed6518c6b5c05abe" providerId="LiveId" clId="{17182C69-E40D-4CB8-B06F-C524774B5EE0}" dt="2026-03-12T06:34:20.673" v="84" actId="47"/>
        <pc:sldMkLst>
          <pc:docMk/>
          <pc:sldMk cId="3680198410" sldId="1247"/>
        </pc:sldMkLst>
      </pc:sldChg>
      <pc:sldChg chg="del">
        <pc:chgData name="浩晃 原" userId="ed6518c6b5c05abe" providerId="LiveId" clId="{17182C69-E40D-4CB8-B06F-C524774B5EE0}" dt="2026-03-12T06:34:14.917" v="9" actId="47"/>
        <pc:sldMkLst>
          <pc:docMk/>
          <pc:sldMk cId="2731107602" sldId="1253"/>
        </pc:sldMkLst>
      </pc:sldChg>
      <pc:sldChg chg="del">
        <pc:chgData name="浩晃 原" userId="ed6518c6b5c05abe" providerId="LiveId" clId="{17182C69-E40D-4CB8-B06F-C524774B5EE0}" dt="2026-03-12T06:34:14.944" v="10" actId="47"/>
        <pc:sldMkLst>
          <pc:docMk/>
          <pc:sldMk cId="3283468248" sldId="1254"/>
        </pc:sldMkLst>
      </pc:sldChg>
      <pc:sldChg chg="del">
        <pc:chgData name="浩晃 原" userId="ed6518c6b5c05abe" providerId="LiveId" clId="{17182C69-E40D-4CB8-B06F-C524774B5EE0}" dt="2026-03-12T06:34:19.219" v="79" actId="47"/>
        <pc:sldMkLst>
          <pc:docMk/>
          <pc:sldMk cId="2680885741" sldId="1255"/>
        </pc:sldMkLst>
      </pc:sldChg>
      <pc:sldChg chg="del">
        <pc:chgData name="浩晃 原" userId="ed6518c6b5c05abe" providerId="LiveId" clId="{17182C69-E40D-4CB8-B06F-C524774B5EE0}" dt="2026-03-12T06:34:14.978" v="11" actId="47"/>
        <pc:sldMkLst>
          <pc:docMk/>
          <pc:sldMk cId="3824011108" sldId="1256"/>
        </pc:sldMkLst>
      </pc:sldChg>
      <pc:sldChg chg="del">
        <pc:chgData name="浩晃 原" userId="ed6518c6b5c05abe" providerId="LiveId" clId="{17182C69-E40D-4CB8-B06F-C524774B5EE0}" dt="2026-03-12T06:34:18.174" v="60" actId="47"/>
        <pc:sldMkLst>
          <pc:docMk/>
          <pc:sldMk cId="571203746" sldId="1257"/>
        </pc:sldMkLst>
      </pc:sldChg>
      <pc:sldChg chg="del">
        <pc:chgData name="浩晃 原" userId="ed6518c6b5c05abe" providerId="LiveId" clId="{17182C69-E40D-4CB8-B06F-C524774B5EE0}" dt="2026-03-12T06:34:17.701" v="59" actId="47"/>
        <pc:sldMkLst>
          <pc:docMk/>
          <pc:sldMk cId="2154004780" sldId="1258"/>
        </pc:sldMkLst>
      </pc:sldChg>
      <pc:sldChg chg="del">
        <pc:chgData name="浩晃 原" userId="ed6518c6b5c05abe" providerId="LiveId" clId="{17182C69-E40D-4CB8-B06F-C524774B5EE0}" dt="2026-03-12T06:34:17.255" v="58" actId="47"/>
        <pc:sldMkLst>
          <pc:docMk/>
          <pc:sldMk cId="2621382321" sldId="1259"/>
        </pc:sldMkLst>
      </pc:sldChg>
      <pc:sldChg chg="del">
        <pc:chgData name="浩晃 原" userId="ed6518c6b5c05abe" providerId="LiveId" clId="{17182C69-E40D-4CB8-B06F-C524774B5EE0}" dt="2026-03-12T06:34:18.397" v="63" actId="47"/>
        <pc:sldMkLst>
          <pc:docMk/>
          <pc:sldMk cId="1715207167" sldId="1260"/>
        </pc:sldMkLst>
      </pc:sldChg>
      <pc:sldChg chg="del">
        <pc:chgData name="浩晃 原" userId="ed6518c6b5c05abe" providerId="LiveId" clId="{17182C69-E40D-4CB8-B06F-C524774B5EE0}" dt="2026-03-12T06:34:18.301" v="61" actId="47"/>
        <pc:sldMkLst>
          <pc:docMk/>
          <pc:sldMk cId="3808401050" sldId="1261"/>
        </pc:sldMkLst>
      </pc:sldChg>
      <pc:sldChg chg="del">
        <pc:chgData name="浩晃 原" userId="ed6518c6b5c05abe" providerId="LiveId" clId="{17182C69-E40D-4CB8-B06F-C524774B5EE0}" dt="2026-03-12T06:34:15.021" v="13" actId="47"/>
        <pc:sldMkLst>
          <pc:docMk/>
          <pc:sldMk cId="956955566" sldId="1262"/>
        </pc:sldMkLst>
      </pc:sldChg>
      <pc:sldChg chg="del">
        <pc:chgData name="浩晃 原" userId="ed6518c6b5c05abe" providerId="LiveId" clId="{17182C69-E40D-4CB8-B06F-C524774B5EE0}" dt="2026-03-12T06:34:20.745" v="86" actId="47"/>
        <pc:sldMkLst>
          <pc:docMk/>
          <pc:sldMk cId="2921881439" sldId="1263"/>
        </pc:sldMkLst>
      </pc:sldChg>
      <pc:sldChg chg="del">
        <pc:chgData name="浩晃 原" userId="ed6518c6b5c05abe" providerId="LiveId" clId="{17182C69-E40D-4CB8-B06F-C524774B5EE0}" dt="2026-03-12T06:34:20.689" v="85" actId="47"/>
        <pc:sldMkLst>
          <pc:docMk/>
          <pc:sldMk cId="2766370402" sldId="1264"/>
        </pc:sldMkLst>
      </pc:sldChg>
      <pc:sldChg chg="del">
        <pc:chgData name="浩晃 原" userId="ed6518c6b5c05abe" providerId="LiveId" clId="{17182C69-E40D-4CB8-B06F-C524774B5EE0}" dt="2026-03-12T06:34:19.778" v="80" actId="47"/>
        <pc:sldMkLst>
          <pc:docMk/>
          <pc:sldMk cId="3052701970" sldId="1265"/>
        </pc:sldMkLst>
      </pc:sldChg>
      <pc:sldChg chg="del">
        <pc:chgData name="浩晃 原" userId="ed6518c6b5c05abe" providerId="LiveId" clId="{17182C69-E40D-4CB8-B06F-C524774B5EE0}" dt="2026-03-12T06:34:18.942" v="75" actId="47"/>
        <pc:sldMkLst>
          <pc:docMk/>
          <pc:sldMk cId="281464680" sldId="1266"/>
        </pc:sldMkLst>
      </pc:sldChg>
      <pc:sldChg chg="del">
        <pc:chgData name="浩晃 原" userId="ed6518c6b5c05abe" providerId="LiveId" clId="{17182C69-E40D-4CB8-B06F-C524774B5EE0}" dt="2026-03-12T06:34:18.507" v="67" actId="47"/>
        <pc:sldMkLst>
          <pc:docMk/>
          <pc:sldMk cId="3832807571" sldId="1267"/>
        </pc:sldMkLst>
      </pc:sldChg>
      <pc:sldChg chg="del">
        <pc:chgData name="浩晃 原" userId="ed6518c6b5c05abe" providerId="LiveId" clId="{17182C69-E40D-4CB8-B06F-C524774B5EE0}" dt="2026-03-12T06:34:18.462" v="65" actId="47"/>
        <pc:sldMkLst>
          <pc:docMk/>
          <pc:sldMk cId="373337682" sldId="1268"/>
        </pc:sldMkLst>
      </pc:sldChg>
      <pc:sldChg chg="del">
        <pc:chgData name="浩晃 原" userId="ed6518c6b5c05abe" providerId="LiveId" clId="{17182C69-E40D-4CB8-B06F-C524774B5EE0}" dt="2026-03-12T06:34:20.161" v="82" actId="47"/>
        <pc:sldMkLst>
          <pc:docMk/>
          <pc:sldMk cId="2066680985" sldId="1269"/>
        </pc:sldMkLst>
      </pc:sldChg>
      <pc:sldChg chg="del">
        <pc:chgData name="浩晃 原" userId="ed6518c6b5c05abe" providerId="LiveId" clId="{17182C69-E40D-4CB8-B06F-C524774B5EE0}" dt="2026-03-12T06:34:18.491" v="66" actId="47"/>
        <pc:sldMkLst>
          <pc:docMk/>
          <pc:sldMk cId="2026830440" sldId="1270"/>
        </pc:sldMkLst>
      </pc:sldChg>
      <pc:sldChg chg="del">
        <pc:chgData name="浩晃 原" userId="ed6518c6b5c05abe" providerId="LiveId" clId="{17182C69-E40D-4CB8-B06F-C524774B5EE0}" dt="2026-03-12T06:34:15.010" v="12" actId="47"/>
        <pc:sldMkLst>
          <pc:docMk/>
          <pc:sldMk cId="656855782" sldId="1271"/>
        </pc:sldMkLst>
      </pc:sldChg>
      <pc:sldChg chg="del">
        <pc:chgData name="浩晃 原" userId="ed6518c6b5c05abe" providerId="LiveId" clId="{17182C69-E40D-4CB8-B06F-C524774B5EE0}" dt="2026-03-12T06:34:19.160" v="77" actId="47"/>
        <pc:sldMkLst>
          <pc:docMk/>
          <pc:sldMk cId="4097117621" sldId="1272"/>
        </pc:sldMkLst>
      </pc:sldChg>
      <pc:sldChg chg="del">
        <pc:chgData name="浩晃 原" userId="ed6518c6b5c05abe" providerId="LiveId" clId="{17182C69-E40D-4CB8-B06F-C524774B5EE0}" dt="2026-03-12T06:34:18.983" v="76" actId="47"/>
        <pc:sldMkLst>
          <pc:docMk/>
          <pc:sldMk cId="1126426426" sldId="1273"/>
        </pc:sldMkLst>
      </pc:sldChg>
      <pc:sldChg chg="del">
        <pc:chgData name="浩晃 原" userId="ed6518c6b5c05abe" providerId="LiveId" clId="{17182C69-E40D-4CB8-B06F-C524774B5EE0}" dt="2026-03-12T06:34:18.871" v="73" actId="47"/>
        <pc:sldMkLst>
          <pc:docMk/>
          <pc:sldMk cId="2543004523" sldId="1274"/>
        </pc:sldMkLst>
      </pc:sldChg>
      <pc:sldChg chg="del">
        <pc:chgData name="浩晃 原" userId="ed6518c6b5c05abe" providerId="LiveId" clId="{17182C69-E40D-4CB8-B06F-C524774B5EE0}" dt="2026-03-12T06:34:18.655" v="70" actId="47"/>
        <pc:sldMkLst>
          <pc:docMk/>
          <pc:sldMk cId="3861420948" sldId="1275"/>
        </pc:sldMkLst>
      </pc:sldChg>
      <pc:sldChg chg="del">
        <pc:chgData name="浩晃 原" userId="ed6518c6b5c05abe" providerId="LiveId" clId="{17182C69-E40D-4CB8-B06F-C524774B5EE0}" dt="2026-03-12T06:34:18.539" v="68" actId="47"/>
        <pc:sldMkLst>
          <pc:docMk/>
          <pc:sldMk cId="2186411890" sldId="1276"/>
        </pc:sldMkLst>
      </pc:sldChg>
      <pc:sldChg chg="del">
        <pc:chgData name="浩晃 原" userId="ed6518c6b5c05abe" providerId="LiveId" clId="{17182C69-E40D-4CB8-B06F-C524774B5EE0}" dt="2026-03-12T06:34:18.921" v="74" actId="47"/>
        <pc:sldMkLst>
          <pc:docMk/>
          <pc:sldMk cId="240745966" sldId="1278"/>
        </pc:sldMkLst>
      </pc:sldChg>
      <pc:sldChg chg="del">
        <pc:chgData name="浩晃 原" userId="ed6518c6b5c05abe" providerId="LiveId" clId="{17182C69-E40D-4CB8-B06F-C524774B5EE0}" dt="2026-03-12T06:34:18.840" v="72" actId="47"/>
        <pc:sldMkLst>
          <pc:docMk/>
          <pc:sldMk cId="3800009863" sldId="1279"/>
        </pc:sldMkLst>
      </pc:sldChg>
      <pc:sldChg chg="del">
        <pc:chgData name="浩晃 原" userId="ed6518c6b5c05abe" providerId="LiveId" clId="{17182C69-E40D-4CB8-B06F-C524774B5EE0}" dt="2026-03-12T06:34:18.746" v="71" actId="47"/>
        <pc:sldMkLst>
          <pc:docMk/>
          <pc:sldMk cId="1010542258" sldId="1280"/>
        </pc:sldMkLst>
      </pc:sldChg>
      <pc:sldChg chg="del">
        <pc:chgData name="浩晃 原" userId="ed6518c6b5c05abe" providerId="LiveId" clId="{17182C69-E40D-4CB8-B06F-C524774B5EE0}" dt="2026-03-12T06:34:18.589" v="69" actId="47"/>
        <pc:sldMkLst>
          <pc:docMk/>
          <pc:sldMk cId="2102193424" sldId="1281"/>
        </pc:sldMkLst>
      </pc:sldChg>
      <pc:sldChg chg="del">
        <pc:chgData name="浩晃 原" userId="ed6518c6b5c05abe" providerId="LiveId" clId="{17182C69-E40D-4CB8-B06F-C524774B5EE0}" dt="2026-03-12T06:34:15.051" v="14" actId="47"/>
        <pc:sldMkLst>
          <pc:docMk/>
          <pc:sldMk cId="870396738" sldId="1282"/>
        </pc:sldMkLst>
      </pc:sldChg>
      <pc:sldMasterChg chg="delSldLayout">
        <pc:chgData name="浩晃 原" userId="ed6518c6b5c05abe" providerId="LiveId" clId="{17182C69-E40D-4CB8-B06F-C524774B5EE0}" dt="2026-03-12T06:34:23.253" v="87" actId="47"/>
        <pc:sldMasterMkLst>
          <pc:docMk/>
          <pc:sldMasterMk cId="0" sldId="2147483648"/>
        </pc:sldMasterMkLst>
        <pc:sldLayoutChg chg="del">
          <pc:chgData name="浩晃 原" userId="ed6518c6b5c05abe" providerId="LiveId" clId="{17182C69-E40D-4CB8-B06F-C524774B5EE0}" dt="2026-03-12T06:34:23.253" v="87" actId="4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8" y="8"/>
            <a:ext cx="2918831" cy="49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71" tIns="45326" rIns="90671" bIns="4532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15373" y="8"/>
            <a:ext cx="2918831" cy="49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71" tIns="45326" rIns="90671" bIns="4532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1231900"/>
            <a:ext cx="5922963" cy="33321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3577" y="4748166"/>
            <a:ext cx="5388610" cy="388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71" tIns="45326" rIns="90671" bIns="4532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8" y="9371293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71" tIns="45326" rIns="90671" bIns="4532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15373" y="9371293"/>
            <a:ext cx="2918831" cy="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671" tIns="45326" rIns="90671" bIns="45326" anchor="b" anchorCtr="0">
            <a:noAutofit/>
          </a:bodyPr>
          <a:lstStyle/>
          <a:p>
            <a:pPr algn="r"/>
            <a:fld id="{00000000-1234-1234-1234-123412341234}" type="slidenum">
              <a:rPr lang="en-US" altLang="ja-JP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/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/>
          <p:nvPr/>
        </p:nvSpPr>
        <p:spPr>
          <a:xfrm>
            <a:off x="0" y="6792914"/>
            <a:ext cx="1224000" cy="72000"/>
          </a:xfrm>
          <a:prstGeom prst="rect">
            <a:avLst/>
          </a:prstGeom>
          <a:solidFill>
            <a:srgbClr val="CD2EC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6"/>
          <p:cNvSpPr/>
          <p:nvPr/>
        </p:nvSpPr>
        <p:spPr>
          <a:xfrm>
            <a:off x="1221054" y="6792915"/>
            <a:ext cx="1224000" cy="72000"/>
          </a:xfrm>
          <a:prstGeom prst="rect">
            <a:avLst/>
          </a:prstGeom>
          <a:solidFill>
            <a:srgbClr val="E75E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6"/>
          <p:cNvSpPr/>
          <p:nvPr/>
        </p:nvSpPr>
        <p:spPr>
          <a:xfrm>
            <a:off x="2442108" y="6792912"/>
            <a:ext cx="1224000" cy="72000"/>
          </a:xfrm>
          <a:prstGeom prst="rect">
            <a:avLst/>
          </a:prstGeom>
          <a:solidFill>
            <a:srgbClr val="E440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6"/>
          <p:cNvSpPr/>
          <p:nvPr/>
        </p:nvSpPr>
        <p:spPr>
          <a:xfrm>
            <a:off x="3663162" y="6792913"/>
            <a:ext cx="1224000" cy="72000"/>
          </a:xfrm>
          <a:prstGeom prst="rect">
            <a:avLst/>
          </a:prstGeom>
          <a:solidFill>
            <a:srgbClr val="F654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/>
          <p:nvPr/>
        </p:nvSpPr>
        <p:spPr>
          <a:xfrm>
            <a:off x="4884216" y="6789739"/>
            <a:ext cx="1224000" cy="72000"/>
          </a:xfrm>
          <a:prstGeom prst="rect">
            <a:avLst/>
          </a:prstGeom>
          <a:solidFill>
            <a:srgbClr val="FAA2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6"/>
          <p:cNvSpPr/>
          <p:nvPr/>
        </p:nvSpPr>
        <p:spPr>
          <a:xfrm>
            <a:off x="6105270" y="6789740"/>
            <a:ext cx="1224000" cy="72000"/>
          </a:xfrm>
          <a:prstGeom prst="rect">
            <a:avLst/>
          </a:prstGeom>
          <a:solidFill>
            <a:srgbClr val="FB90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6"/>
          <p:cNvSpPr/>
          <p:nvPr/>
        </p:nvSpPr>
        <p:spPr>
          <a:xfrm>
            <a:off x="7326324" y="6789737"/>
            <a:ext cx="1224000" cy="72000"/>
          </a:xfrm>
          <a:prstGeom prst="rect">
            <a:avLst/>
          </a:prstGeom>
          <a:solidFill>
            <a:srgbClr val="C6B0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6"/>
          <p:cNvSpPr/>
          <p:nvPr/>
        </p:nvSpPr>
        <p:spPr>
          <a:xfrm>
            <a:off x="8547378" y="6789738"/>
            <a:ext cx="1224000" cy="72000"/>
          </a:xfrm>
          <a:prstGeom prst="rect">
            <a:avLst/>
          </a:prstGeom>
          <a:solidFill>
            <a:srgbClr val="4C9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6"/>
          <p:cNvSpPr/>
          <p:nvPr/>
        </p:nvSpPr>
        <p:spPr>
          <a:xfrm>
            <a:off x="9768432" y="6786563"/>
            <a:ext cx="1224000" cy="72000"/>
          </a:xfrm>
          <a:prstGeom prst="rect">
            <a:avLst/>
          </a:prstGeom>
          <a:solidFill>
            <a:srgbClr val="34BE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6"/>
          <p:cNvSpPr/>
          <p:nvPr/>
        </p:nvSpPr>
        <p:spPr>
          <a:xfrm>
            <a:off x="10989482" y="6786564"/>
            <a:ext cx="1224000" cy="72000"/>
          </a:xfrm>
          <a:prstGeom prst="rect">
            <a:avLst/>
          </a:prstGeom>
          <a:solidFill>
            <a:srgbClr val="2491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6"/>
          <p:cNvCxnSpPr/>
          <p:nvPr/>
        </p:nvCxnSpPr>
        <p:spPr>
          <a:xfrm>
            <a:off x="-28566" y="694440"/>
            <a:ext cx="97200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4" name="Google Shape;34;p2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26902" y="292515"/>
            <a:ext cx="1669521" cy="4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6"/>
          <p:cNvSpPr txBox="1"/>
          <p:nvPr/>
        </p:nvSpPr>
        <p:spPr>
          <a:xfrm>
            <a:off x="9280795" y="639858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>
  <p:cSld name="白紙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84705"/>
                </a:srgbClr>
              </a:gs>
              <a:gs pos="18000">
                <a:srgbClr val="46995C">
                  <a:alpha val="84705"/>
                </a:srgbClr>
              </a:gs>
              <a:gs pos="36000">
                <a:srgbClr val="98A74F">
                  <a:alpha val="84705"/>
                </a:srgbClr>
              </a:gs>
              <a:gs pos="54000">
                <a:srgbClr val="DB8F45">
                  <a:alpha val="84705"/>
                </a:srgbClr>
              </a:gs>
              <a:gs pos="77000">
                <a:srgbClr val="ED585B">
                  <a:alpha val="84705"/>
                </a:srgbClr>
              </a:gs>
              <a:gs pos="100000">
                <a:srgbClr val="F3764B">
                  <a:alpha val="84705"/>
                </a:srgbClr>
              </a:gs>
            </a:gsLst>
            <a:lin ang="9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8"/>
          <p:cNvSpPr/>
          <p:nvPr/>
        </p:nvSpPr>
        <p:spPr>
          <a:xfrm>
            <a:off x="246000" y="225000"/>
            <a:ext cx="11700000" cy="640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8"/>
          <p:cNvCxnSpPr/>
          <p:nvPr/>
        </p:nvCxnSpPr>
        <p:spPr>
          <a:xfrm>
            <a:off x="257190" y="322963"/>
            <a:ext cx="9301148" cy="0"/>
          </a:xfrm>
          <a:prstGeom prst="straightConnector1">
            <a:avLst/>
          </a:prstGeom>
          <a:noFill/>
          <a:ln w="9525" cap="flat" cmpd="sng">
            <a:solidFill>
              <a:srgbClr val="00778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46;p28"/>
          <p:cNvSpPr/>
          <p:nvPr/>
        </p:nvSpPr>
        <p:spPr>
          <a:xfrm flipH="1">
            <a:off x="249447" y="322964"/>
            <a:ext cx="188991" cy="510176"/>
          </a:xfrm>
          <a:prstGeom prst="rect">
            <a:avLst/>
          </a:prstGeom>
          <a:solidFill>
            <a:srgbClr val="037387"/>
          </a:solidFill>
          <a:ln w="12700" cap="flat" cmpd="sng">
            <a:solidFill>
              <a:srgbClr val="0077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69736" y="406819"/>
            <a:ext cx="1669521" cy="42556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/>
          <p:nvPr/>
        </p:nvSpPr>
        <p:spPr>
          <a:xfrm>
            <a:off x="9170625" y="62884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92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99686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原</dc:creator>
  <cp:lastModifiedBy>浩晃 原</cp:lastModifiedBy>
  <cp:revision>2309</cp:revision>
  <cp:lastPrinted>2025-12-03T06:11:53Z</cp:lastPrinted>
  <dcterms:created xsi:type="dcterms:W3CDTF">2023-12-21T09:29:14Z</dcterms:created>
  <dcterms:modified xsi:type="dcterms:W3CDTF">2026-03-12T06:34:27Z</dcterms:modified>
</cp:coreProperties>
</file>