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9202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競合分析レポート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日本酒専用設計カテゴリにおける主要競合の詳細調査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4572000" cy="0"/>
          </a:xfrm>
          <a:prstGeom prst="line">
            <a:avLst/>
          </a:prstGeom>
          <a:noFill/>
          <a:ln w="25400">
            <a:solidFill>
              <a:srgbClr val="E440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調査対象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田島硝子 / 廣田硝子 / RIEDEL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2026年3月27日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重要訂正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「新規競合」→ 既存競合に修正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競合ポジショニングマップ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日本酒専用設計カテゴリ | 2026年3月時点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361188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3611880" cy="7315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田島硝子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江戸切子 ぐい呑み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46888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価格  </a:t>
            </a:r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¥13,200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参入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創業 1956年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20040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91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切子ガラス（美術品的価値）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ギフト特化（名入れ・木箱）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楽天ランキング上位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専用設計なし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02920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20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「日本酒専用」ではなく「美しい酒器」として訴求。SHUWANとは別市場。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1508760"/>
            <a:ext cx="361188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1508760"/>
            <a:ext cx="3611880" cy="7315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廣田硝子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4805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究極の日本酒グラス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246888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価格  </a:t>
            </a:r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¥7,700（2個セット）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参入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2016年頃〜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320040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291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ガラス製（江戸硝子）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「蕾」純米専用・「花」大吟醸専用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桐箱入りギフト仕様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科学的根拠なし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502920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5120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日本酒提供者協会と共同開発。「専用設計」領域でSHUWANと直接競合。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1508760"/>
            <a:ext cx="361188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38160" y="1508760"/>
            <a:ext cx="3611880" cy="73152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RIEDEL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3210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大吟醸・純米専用グラス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21040" y="246888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価格  </a:t>
            </a:r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¥3,000〜¥15,000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210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参入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大吟醸2000年〜 / 純米2017年〜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320040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3291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ガラス製（欧州老舗）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種類別専用設計（7アイテム）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200人参加WSで開発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ブランド信頼に依存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321040" y="5029200"/>
            <a:ext cx="3246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5120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265年超の歴史。日本酒専用設計の先駆者だが科学的エビデンスなし。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競合詳細 ① 田島硝子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江戸切子 ぐい呑み — ギフト需要の王者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53035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530352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企業プロフィール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1305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1956年（昭和31年）田嶌松太郎氏が創立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560320"/>
            <a:ext cx="49377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33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所在地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東京都江戸川区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063240"/>
            <a:ext cx="49377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36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色被せ無鉛ガラス（江戸切子）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566160"/>
            <a:ext cx="49377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639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代表商品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星切子 ぐい呑みペア（¥13,200・木箱入り・名入れ有料）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069080"/>
            <a:ext cx="49377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42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20240" y="4142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 ★4.85（13件）— 高評価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72000"/>
            <a:ext cx="49377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6451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4645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楽天市場・Amazon・百貨店・雑貨店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5074920"/>
            <a:ext cx="49377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148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20240" y="5148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創業以来50年超で約1万アイテムのガラス製品を製造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5577840"/>
            <a:ext cx="49377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650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20240" y="5650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バカラグラスのような美しいカットが際立つ江戸切子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1508760"/>
            <a:ext cx="576072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43600" y="1508760"/>
            <a:ext cx="576072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楽天ランキング考察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26480" y="20574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楽天「ぐい呑み・おちょこ」カテゴリ（2026/3/4集計）でランキング上位にランクイン。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「1位」という記録はResearcherエージェントの不正確な表現。正確な順位は要確認。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ギフト・名入れ・木箱仕様がランクイン主因。機能訴求（香り・温度）はなし。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43600" y="3977640"/>
            <a:ext cx="5760720" cy="2423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43600" y="3977640"/>
            <a:ext cx="5760720" cy="54864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SHUWANへの示唆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126480" y="45262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桐箱＋名入れ対応はギフト需要に直結。SHUWANは桐箱1・2碗セットで対応済み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「切子の美しさ」vs「機能×エビデンス」で明確に棲み分け可能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価格帯（¥13,200 vs ¥3,900）が異なり、直接的な競合ではなく別市場を形成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競合詳細 ② 廣田硝子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究極の日本酒グラス — 純米・大吟醸 種類別専用設計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5303520" cy="214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73152" cy="21488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蕾（つぼみ）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純米酒専用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3774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Φ65mm（口径Φ45mm）/ H85mm / 180cc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香りをグラス内に閉じ込め、米の旨味を引き立てる形状。口が狭く純米酒の「ふくよかな旨味」を包み込む。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5303520" cy="214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40480"/>
            <a:ext cx="73152" cy="21488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花（はな）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1520" y="4343400"/>
            <a:ext cx="1371600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大吟醸専用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709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Φ60mm（口径Φ50mm）/ H103mm / 180cc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香りをふわっと広げ、大吟醸のフルーティな香りを最大限に引き出す形状。やや縦長で上品な佇まい。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1508760"/>
            <a:ext cx="576072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1508760"/>
            <a:ext cx="5760720" cy="5486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企業概要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1899年（明治32年）東京墨田区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廣田硝子 × 日本酒提供者協会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¥7,700（蕾・花 2個セット / 桐箱入り）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2016年頃〜（Amazon ASIN B01HNW9PU8）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3520440"/>
            <a:ext cx="5760720" cy="100584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264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重要訂正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3931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「新規競合として訴求開始」→ 誤り。2016年頃から存在する既存競合。PDCA記録を修正済み。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4709160"/>
            <a:ext cx="576072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0" y="4709160"/>
            <a:ext cx="5760720" cy="5486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SHUWANとの比較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52120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評価軸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廣田硝子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SHUWAN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専用設計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純米/大吟醸別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日本酒全般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科学的根拠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非公開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味香り戦略研究所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素材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ガラス（江戸硝子）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磁器・ガラス両展開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競合詳細 ③ RIEDEL（リーデル）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大吟醸・純米専用グラス — 265年超の欧州老舗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53035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5303520" cy="54864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開発の歴史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148840"/>
            <a:ext cx="182880" cy="182880"/>
          </a:xfrm>
          <a:prstGeom prst="ellipse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331720"/>
            <a:ext cx="0" cy="59436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1756年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リーデル社創業（オーストリア）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265年超の歴史を持つ欧州最高級ガラスメーカー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2971800"/>
            <a:ext cx="182880" cy="182880"/>
          </a:xfrm>
          <a:prstGeom prst="ellipse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154680"/>
            <a:ext cx="0" cy="59436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大吟醸グラス 開発完了・発売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蔵元・専門家200人、25回のワークショップで完成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3977640"/>
            <a:ext cx="0" cy="59436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2010年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0312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純米グラス開発プロジェクト開始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純米酒の多様性から一旦休止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" y="4617720"/>
            <a:ext cx="182880" cy="182880"/>
          </a:xfrm>
          <a:prstGeom prst="ellipse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4800600"/>
            <a:ext cx="0" cy="59436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4553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純米グラス プロジェクト再始動・発売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170人参加。純米酒への注目拡大で再開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240" y="5440680"/>
            <a:ext cx="182880" cy="182880"/>
          </a:xfrm>
          <a:prstGeom prst="ellipse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376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03120" y="5376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純米3種・大吟醸4種 計7アイテム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03120" y="5669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日本酒専用グラスの最多ラインナップ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43600" y="1508760"/>
            <a:ext cx="576072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0" y="1508760"/>
            <a:ext cx="5760720" cy="54864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製品ラインナップ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26480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大吟醸シリーズ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6384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4アイテム（ヴィノム・オー・エクストリーム等）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26480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純米シリーズ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63840" y="2404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3アイテム（エクストリーム 純米 など）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26480" y="27523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価格帯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63840" y="2752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¥3,000〜¥15,000前後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6480" y="30998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販路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863840" y="3099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三越伊勢丹・専門酒販店・公式EC・Amazon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3703320"/>
            <a:ext cx="5760720" cy="9144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1264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重要訂正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126480" y="4114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「新規参入」→ 誤り。大吟醸は2000年、純米は2017年から。20年以上の既存競合。記録を修正済み。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943600" y="4800600"/>
            <a:ext cx="576072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943600" y="4800600"/>
            <a:ext cx="5760720" cy="54864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SHUWANとの差別化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126480" y="5349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RIEDELは「ワインの延長で日本酒」。SHUWANは「日本酒のために生まれた酒器」。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RIEDELの根拠はブランド信頼。SHUWANは味香り戦略研究所の定量データ。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RIEDELはガラスのみ。SHUWANは磁器・ガラス両展開で素材多様性を持つ。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SHUWANの正確な差別化軸（訂正版）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「磁器×」表現を修正 — 科学的根拠が真の差別化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5361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「磁器×専用設計×科学的根拠の組み合わせはSHUWANのみ」 → しゅわんグラス（ガラス製）がある以上「磁器×」は不正確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19019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正: 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「日本酒専用設計 × 科学的根拠（味香り戦略研究所）の組み合わせはSHUWANのみ」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269748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468880"/>
            <a:ext cx="269748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日本酒専用設計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576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磁器・ガラス両ラインナップを「日本酒のために設計」した唯一のブランド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983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廣田硝子・RIEDELも専用設計あり → 差別化軸にはなりにくい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468880"/>
            <a:ext cx="269748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2468880"/>
            <a:ext cx="2697480" cy="54864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42900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科学的根拠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20440" y="356616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6576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味香り戦略研究所との共同研究「90%が美味しい」定量データ保有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0440" y="489204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4983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田島・廣田・RIEDEL全て科学的根拠なし → 最大の差別化軸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2468880"/>
            <a:ext cx="269748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468880"/>
            <a:ext cx="2697480" cy="5486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🏺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30936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素材の多様性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356616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6576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磁器（プロフェッショナル）＋ガラス（しゅわんグラス）の両展開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489204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983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競合3社はガラスのみ → 選択肢の広さがSHUWANの強み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98280" y="2468880"/>
            <a:ext cx="269748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98280" y="2468880"/>
            <a:ext cx="2697480" cy="54864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18972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実績・信頼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281160" y="356616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36576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Makuake 2,317万円/2,421%。意匠登録済（2025年10月）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81160" y="4892040"/>
            <a:ext cx="2331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4983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CF実績×意匠登録の組み合わせは業界唯一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競合比較サマリー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4社×8評価軸の比較表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286000"/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評価軸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40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田島硝子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40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廣田硝子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40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40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SHUWAN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405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専用設計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汎用切子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純米/大吟醸別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純米/大吟醸別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日本酒全般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科学的根拠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非公開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ブランド信頼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味香り戦略研究所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素材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ガラス（切子）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ガラス（江戸硝子）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ガラス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磁器＋ガラス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BtoC価格帯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¥13,200（2個）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¥7,700（2個）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¥3,000〜¥15,000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¥3,900〜（1個）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名入れ木箱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桐箱付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木箱対応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桐箱・意匠登録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参入時期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1956年〜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2016年頃〜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2000年〜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2024年〜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Makuake実績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2,317万円 / 2,421%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楽天ランキング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確認中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確認中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酒器カテゴリ過去最高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競合分析の結論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2026年3月27日 調査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73152" cy="22860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廣田硝子・RIEDELは既存競合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「新規参入」は誤り。廣田硝子は2016年頃、RIEDELは2000年から存在する既存競合。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50876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508760"/>
            <a:ext cx="73152" cy="228600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「磁器×」は差別化軸として不正確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しゅわんグラス（ガラス製）があるため。正しくは「日本酒専用設計×科学的根拠」。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23360"/>
            <a:ext cx="73152" cy="22860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4008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ギフト需要は田島硝子が強いが棲み分け可能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田島硝子は「美」、SHUWANは「機能×エビデンス×手頃なプレミアム」で別市場。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02336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4023360"/>
            <a:ext cx="73152" cy="228600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40080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SHUWANの唯一性は健在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「専用設計×科学的根拠×Makuake実績」の組み合わせは他社にない。訴求継続。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SHUWAN 競合分析レポート</dc:title>
  <dc:subject>PptxGenJS Presentation</dc:subject>
  <dc:creator>PptxGenJS</dc:creator>
  <cp:lastModifiedBy>PptxGenJS</cp:lastModifiedBy>
  <cp:revision>1</cp:revision>
  <dcterms:created xsi:type="dcterms:W3CDTF">2026-03-27T02:40:46Z</dcterms:created>
  <dcterms:modified xsi:type="dcterms:W3CDTF">2026-03-27T02:40:46Z</dcterms:modified>
</cp:coreProperties>
</file>